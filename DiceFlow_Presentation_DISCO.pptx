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FF"/>
                </a:solidFill>
                <a:latin typeface="Segoe UI Light"/>
              </a:defRPr>
            </a:pPr>
            <a:r>
              <a:t>DICEFLOW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Intelligent Dicing Sequence Optimization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Maximize throughput. Minimize blade wear. Eliminate planning errors.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548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Confidential — Prepared for DISCO Corporation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Andrea Mazzolari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Manual dicing planning in high-mix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⚠  Process engineers spend 30–60 min per recipe planning cut sequences manually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⚠  Complex multi-channel wafers (2–8 angles) multiply planning time exponentially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⚠  Human errors in sequence ordering cause blade collisions, chipping, yield loss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⚠  No single tool integrates CAD geometry with process parameters and sequence output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⚠  Recipe changes require full re-planning — no incremental recalculation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Result: Slower time-to-production, higher scrap rates, engineering bottleneck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Introducing DiceFlow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The first integrated dicing sequence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✓  Desktop application for Windows (standalone, no cloud dependency)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✓  Integrated CAD Sketch for visual cut definition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✓  Bidirectional sync: CAD geometry ↔ data table in real time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✓  Automatic multi-channel dicing sequence calculation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✓  Process parameter management (blade height, feed speed, depth step)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✓  Instant recalculation on any parameter change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✓  Export-ready results compatible with DISCO machine recipe formats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Four-step workflow from design to machine recipe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560320" cy="3840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Draw cut lines on the integrated CAD Sketch</a:t>
            </a:r>
            <a:br/>
            <a:r>
              <a:t>or import from CSV/Excel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03120"/>
            <a:ext cx="2560320" cy="3840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CONFIGURE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6576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Set process parameters per channel:</a:t>
            </a:r>
            <a:br/>
            <a:r>
              <a:t>blade height, feed speed, depth step, direction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2560320" cy="3840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CALCULATE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576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One-click optimization of the full</a:t>
            </a:r>
            <a:br/>
            <a:r>
              <a:t>dicing sequence across all channels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03120"/>
            <a:ext cx="2560320" cy="3840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6576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Generate machine-ready cut positions,</a:t>
            </a:r>
            <a:br/>
            <a:r>
              <a:t>sequence tables, and DFD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Integrated CAD Sketch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Visual cut definition with live data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Draw cut lines directly on the wafer/sample geometry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Multi-channel support with independent angles (θ)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FRONT and REAR cutting directions per channel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Real-time sync: every CAD edit updates the data table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Every table edit updates the CAD sketch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Undo/Redo with full state preservation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Channel visibility toggle for complex layouts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828800"/>
            <a:ext cx="4389120" cy="43891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32004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[ CAD SKETCH ]</a:t>
            </a:r>
            <a:br/>
            <a:br/>
            <a:r>
              <a:t>Interactive visual editor</a:t>
            </a:r>
            <a:br/>
            <a:r>
              <a:t>with multi-channel</a:t>
            </a:r>
            <a:br/>
            <a:r>
              <a:t>cut line overlay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Excel-Style Data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Familiar spreadsheet interface for process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Spreadsheet-like INPUT DATA table with Excel keyboard shortcuts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Per-cut parameters: Y position, theta, direction, blade height, feed speed, depth step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Channel-level parameter inheritance (set once, apply to all cuts)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Formula bar for precise value entry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CSV / XLSX import and export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Project save/load for full state preservation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• Real-time validation with clear error messages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Optimization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Automatic sequence calculation with constraint 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INPUT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─────────────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Cut positions (Y, θ)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Process parameters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Sample geometry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Blade kerf / thickness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Tape thickness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Direction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OUTPUT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─────────────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DICING SEQUENCE — ordered cuts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CUT POSITIONS — absolute coords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DICING DETAILS — full recipe table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Channel-aware sequencing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Collision-free ordering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DFD export format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03520" y="3474720"/>
            <a:ext cx="914400" cy="457200"/>
          </a:xfrm>
          <a:prstGeom prst="rightArrow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Business Value &amp;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Quantifiable impact for production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51760" cy="41148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E676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Faster recipe</a:t>
            </a:r>
            <a:br/>
            <a:r>
              <a:t>planning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From 45 min to &lt; 10 min</a:t>
            </a:r>
            <a:br/>
            <a:r>
              <a:t>per new recipe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651760" cy="41148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E67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Sequence</a:t>
            </a:r>
            <a:br/>
            <a:r>
              <a:t>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Validated output eliminates</a:t>
            </a:r>
            <a:br/>
            <a:r>
              <a:t>blade collision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03120"/>
            <a:ext cx="2651760" cy="41148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E676"/>
                </a:solidFill>
                <a:latin typeface="Segoe UI"/>
              </a:defRPr>
            </a:pPr>
            <a:r>
              <a:t>15–25%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Less blade</a:t>
            </a:r>
            <a:br/>
            <a:r>
              <a:t>wear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Optimized cut ordering</a:t>
            </a:r>
            <a:br/>
            <a:r>
              <a:t>reduces unnecessary travel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03120"/>
            <a:ext cx="2651760" cy="41148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E676"/>
                </a:solidFill>
                <a:latin typeface="Segoe UI"/>
              </a:defRPr>
            </a:pPr>
            <a:r>
              <a:t>3×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Faster recipe</a:t>
            </a:r>
            <a:br/>
            <a:r>
              <a:t>iteration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Instant recalculation on</a:t>
            </a:r>
            <a:br/>
            <a:r>
              <a:t>any parameter change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Partnership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DiceFlow as a value-add for DISCO's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🔹  Bundle DiceFlow with DISCO dicing saws as a premium software add-on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🔹  OEM licensing: white-label or DISCO-branded version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🔹  Direct export to DISCO machine recipe formats (DFD)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🔹  Reduce DISCO support costs by eliminating user recipe errors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🔹  Differentiator vs. competition: integrated CAD + optimization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Licensing models available: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   •  Per-seat perpetual license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   •  Annual subscription per machine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   •  Site license for high-volume fabs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   •  OEM integration fee + royalty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1.  Live demo with your process engineering team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2.  Pilot deployment at a selected DISCO customer site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3.  Technical integration review (DFD export format alignment)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4.  Commercial terms discussion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Contact: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Andrea Mazzolari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andrea.mazzolari@email.com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"DiceFlow — Where precision meets productivity."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